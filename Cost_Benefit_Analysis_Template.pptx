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Cost-Benefit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In-House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Affordability Calculator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365760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Section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Cost Comparison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1D4D"/>
                </a:solidFill>
              </a:defRPr>
            </a:pPr>
            <a:r>
              <a:t>Comparison of in-house development costs versus external supplier quotes for the Affordability Calculator replacement.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External (Realistic)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In-House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Build / Development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£75,000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£24,518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Annual Support &amp; Hosting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£0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Waracle FSMA Changes (avoided)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£10,548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1D4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 1 Total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£205,548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£24,518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10362895" cy="1645920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D1D4D"/>
                </a:solidFill>
              </a:defRPr>
            </a:pPr>
            <a:r>
              <a:t>Year 1 Saving: £181,030 (88% cost reduction)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D1D4D"/>
                </a:solidFill>
              </a:defRPr>
            </a:pPr>
            <a:r>
              <a:t>Ongoing annual saving of £120,000 by avoiding third-party hosting and support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365760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Section | In-House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In-House Development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1D4D"/>
                </a:solidFill>
              </a:defRPr>
            </a:pPr>
            <a:r>
              <a:t>Resource allocation and costs for the in-house build (1 December 2024 - 15 January 2025). Day rate: £420.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241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286000"/>
                <a:gridCol w="1188720"/>
                <a:gridCol w="164592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 Off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Effective Days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 Dec - 15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24 Dec (pm) - 5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£7,718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BA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 Dec - 15 Jan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22 Dec - 2 Jan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£2,520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Tester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19 Dec - 15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25-26 Dec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£7,140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Tester 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19 Dec - 15 Jan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25-26 Dec only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£7,140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£24,518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1D4D"/>
                </a:solidFill>
              </a:defRPr>
            </a:pPr>
            <a:r>
              <a:t>Key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Testers worked through Christmas period (excluding bank holidays) to maintain project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Developer and BA had planned leave - project still delivered on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Successfully tested and signed off by 15th January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365760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Section | External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External Costs Avoided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1D4D"/>
                </a:solidFill>
              </a:defRPr>
            </a:pPr>
            <a:r>
              <a:t>Costs that would have been incurred if the project had been outsourced to a third-party supplier.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241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01168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 Item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Low Estimate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Realistic Estimate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Third-party build (Podium)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One-off development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Monthly hosting/support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£5,000/month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£10,000/month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Ongoing commitment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Annual hosting/support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£60,000/year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£120,000/year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Waracle FSMA changes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£10,548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£10,548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No longer required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Year 1 Total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£115,548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£205,548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Build + support + FSMA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10362895" cy="914400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1D1D4D"/>
                </a:solidFill>
              </a:defRPr>
            </a:pPr>
            <a:r>
              <a:t>Note: External quotes often exclude hidden costs such as change requests, scope adjustments, project management overhead, and integration work. Actual costs typically exceed initial quotes.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365760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Section | Multi-Year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Cumulative Savings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1D4D"/>
                </a:solidFill>
              </a:defRPr>
            </a:pPr>
            <a:r>
              <a:t>Projected savings based on realistic external cost estimates. Ongoing savings from avoiding third-party hosting and support.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9784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External Cost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In-House Cost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Annual Saving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Cumulative Saving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£205,548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£24,518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£181,030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£181,030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£301,030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£421,030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0" y="3840480"/>
            <a:ext cx="6705295" cy="128016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023360"/>
            <a:ext cx="6705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3-Year Cumulative Saving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389120"/>
            <a:ext cx="6705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£421,030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The £120,000/year ongoing hosting and support cost from a third party would have been a permanent commitment. By building in-house, we have eliminated that recurring cost while building internal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365760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Section |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Summary and Benefits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3628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790895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In-house build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£24,518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External alternative (Year 1)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£205,548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Year 1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£181,030 (88%)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Ongoing annual saving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3-year cumulative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£421,030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D1D4D"/>
                          </a:solidFill>
                        </a:defRPr>
                      </a:pPr>
                      <a:r>
                        <a:t>Return on investment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4D"/>
                          </a:solidFill>
                        </a:defRPr>
                      </a:pPr>
                      <a:r>
                        <a:t>7:1 in Year 1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1D4D"/>
                </a:solidFill>
              </a:defRPr>
            </a:pPr>
            <a:r>
              <a:t>Additional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No ongoing third-party hosting or support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No external dependency for future changes or FSMA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Internal capability and knowledge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Faster turnaround for 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• Full control over codebase and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